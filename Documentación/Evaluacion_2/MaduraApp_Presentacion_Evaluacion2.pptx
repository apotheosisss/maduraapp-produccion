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1" r:id="rId9"/>
    <p:sldId id="262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03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Buenos días / buenas tardes. Mi nombre es Claudio Aro, estudiante de la sección 001D de Taller Aplicado de Programación.</a:t>
            </a:r>
            <a:br/>
            <a:br/>
            <a:r>
              <a:t>Les presento MaduraApp: un sistema de análisis de madurez agrícola mediante visión computacional. La idea es simple: tomas una foto de una fruta con tu celular y el sistema te dice al instante si está inmadura, en punto óptimo o sobre-madura.</a:t>
            </a:r>
            <a:br/>
            <a:br/>
            <a:r>
              <a:t>[TÉCNICO] El proyecto cubre backend FastAPI + modelo YOLO26n + app Android nativa — todo desplegado y 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problema que aborda MaduraApp es real y cuantificable: entre el 20 y el 40 por ciento de la producción frutícola se pierde post-cosecha en Chile, según datos de FAO y ODEPA.</a:t>
            </a:r>
            <a:br/>
            <a:br/>
            <a:r>
              <a:t>El núcleo del problema es la falta de un criterio objetivo para saber cuándo comer o comercializar una fruta. Hoy eso depende de la experiencia visual del productor o vendedor, que es subjetiva y no escalable.</a:t>
            </a:r>
            <a:br/>
            <a:br/>
            <a:r>
              <a:t>[TÉCNICO] Las frutas trabajadas son "climatéricas": aguacate Hass, plátano, tomate cherry y mango — todas maduran después de la cosecha, lo que hace el timing crítico. El impacto económico afecta especialmente a pequeños productores que representan el 40% de las pérdidas.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MaduraApp resuelve esto con tres componentes que trabajan en cadena.</a:t>
            </a:r>
            <a:br/>
            <a:br/>
            <a:r>
              <a:t>Primero, la app Android: el usuario elige la fruta, toma una foto o selecciona una desde la galería. Segundo, esa imagen se envía al backend FastAPI que ejecuta el modelo YOLO26n y retorna el diagnóstico en menos de 2.5 segundos. Tercero, la app muestra el resultado: inmaduro, óptimo o sobre-maduro, con una recomendación agronómica.</a:t>
            </a:r>
            <a:br/>
            <a:br/>
            <a:r>
              <a:t>[TÉCNICO] El selector de fruta en la pantalla inicial no es sólo UX: activa el filtrado por clase en el modelo y habilita Test-Time Augmentation (TTA), lo que mejora la precisión en 2-3 puntos porcentuales a costo de ~200ms extra de latencia.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stack fue seleccionado priorizando rendimiento en producción, buenas prácticas y facilidad de mantenimiento.</a:t>
            </a:r>
            <a:br/>
            <a:br/>
            <a:r>
              <a:t>En Android: Kotlin con CameraX para la cámara, arquitectura MVVM con LiveData, Room para cache offline y Retrofit para las llamadas HTTP. En backend: FastAPI asíncrono, SQLAlchemy async con Alembic para migraciones, todo containerizado con Docker y desplegado en Render. El modelo es YOLO26n de Ultralytics, corriendo en CPU.</a:t>
            </a:r>
            <a:br/>
            <a:br/>
            <a:r>
              <a:t>[TÉCNICO] Elegimos YOLO26n por su balance peso/precisión: solo 5.2 MB, lo que permite desplegarlo en instancias con 2 GB RAM sin GPU. El patrón Repository con Room como Single Source of Truth garantiza que el historial funcione sin conexión.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documentar la arquitectura usamos el modelo 4+1 de Kruchten, estándar de la industria propuesto por Philippe Kruchten en IEEE Software, 1995.</a:t>
            </a:r>
            <a:br/>
            <a:br/>
            <a:r>
              <a:t>Las cuatro vistas describen el sistema desde distintos ángulos: la Vista Lógica muestra las clases y el dominio; la Vista de Procesos, la concurrencia y el flujo async; la Vista de Desarrollo, la organización del código en capas; y la Vista Física, el despliegue en cloud. La vista +1 de Escenarios valida las otras cuatro mediante los casos de uso concretos.</a:t>
            </a:r>
            <a:br/>
            <a:br/>
            <a:r>
              <a:t>[TÉCNICO] Esto garantiza que cualquier decisión de diseño —por ejemplo, usar asyncio.to_thread para la inferencia YOLO— se puede rastrear desde el código hasta el caso de uso CU-01 que la motiva.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resultados del modelo superan ampliamente el KPI establecido.</a:t>
            </a:r>
            <a:br/>
            <a:br/>
            <a:r>
              <a:t>Obtuvimos un mAP@50 de 0.9229 — el KPI mínimo era 0.75 — lo que representa 17.3 puntos porcentuales de holgura. La precisión es 94.5% y el recall 87.3%, lo que significa que el modelo casi nunca produce falsos positivos y rara vez pierde una detección real.</a:t>
            </a:r>
            <a:br/>
            <a:br/>
            <a:r>
              <a:t>[TÉCNICO] El entrenamiento fue de 80 épocas con el dataset propio de 31.940 imágenes en Kaggle con dos GPUs Tesla T4. El dataset combinó fuentes de Kaggle y Mendeley con augmentation agresivo. El umbral de confianza en producción es 0.55; con fruit_filter activo baja a 0.275 porque ya acotamos las clases posibles.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 cierre de la Evaluación 2, ambos sprints están completos y verificados.</a:t>
            </a:r>
            <a:br/>
            <a:br/>
            <a:r>
              <a:t>Sprint 1: el backend tiene los tres endpoints —predict, history, health— con persistencia async y nueve tests en pytest, todos pasando en CI. Sprint 2: la app Android cubre todas las funcionalidades: cámara, galería, selector de fruta y cache offline con Room.</a:t>
            </a:r>
            <a:br/>
            <a:br/>
            <a:r>
              <a:t>[TÉCNICO] El 100% de cobertura de requerimientos funcionales (12/12 RF) fue validado ejecutando cada caso de uso definido en la ERS. El CI corre en GitHub Actions en cada push; un merge a main con CI rojo está bloqueado por configuración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Vamos a hacer una demostración en vivo del sistema.</a:t>
            </a:r>
            <a:br/>
            <a:br/>
            <a:r>
              <a:t>El flujo que verán: selecciono la fruta en la pantalla inicial, tomo una foto o selecciono una desde la galería, el backend procesa la imagen con YOLO26n y en menos de 2.5 segundos aparece el diagnóstico con la recomendación. También mostraré el historial de escaneos y los tests corriendo.</a:t>
            </a:r>
            <a:br/>
            <a:br/>
            <a:r>
              <a:t>[TÉCNICO] La demo usa el backend corriendo localmente con adb reverse tcp:8000 tcp:8000. Si hay problemas de red, tengo capturas de pantalla de respaldo. El modelo está cargado en memoria, así que el cold start ya pasó.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cerrar, tres conclusiones clave.</a:t>
            </a:r>
            <a:br/>
            <a:br/>
            <a:r>
              <a:t>Primero, el KPI fue cumplido: mAP@50 de 0.9229 superando el umbral de 0.75 con amplio margen. Segundo, la arquitectura está bien fundamentada con el modelo 4+1 de Kruchten, lo que hace el sistema mantenible y extensible. Tercero, el producto es funcional: 12/12 requerimientos implementados y desplegado en Render con CI verde.</a:t>
            </a:r>
            <a:br/>
            <a:br/>
            <a:r>
              <a:t>Como trabajo futuro: autenticación JWT real, más frutas en el catálogo y tests E2E automatizados con Espresso.</a:t>
            </a:r>
            <a:br/>
            <a:br/>
            <a:r>
              <a:t>Quedo a disposición para preguntas.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[Describir el diagrama que aparece en esta slide]</a:t>
            </a:r>
            <a:br/>
            <a:br/>
            <a:r>
              <a:t>Señalen las capas o flujos principales. Expliquen cómo se comunican los componentes y qué problema de diseño resuelve esta estructura.</a:t>
            </a:r>
            <a:br/>
            <a:br/>
            <a:r>
              <a:t>[TÉCNICO] Si preguntan detalles: el backend separa routers → services → models de forma estricta — ninguna capa puede importar de una superior. La sesión de base de datos se inyecta vía FastAPI Depends, lo que permite sobrescribirla en tests con SQLite in-memory.</a:t>
            </a:r>
            <a:endParaRPr lang="es-CL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[Describir el diagrama que aparece en esta slide]</a:t>
            </a:r>
            <a:br/>
            <a:br/>
            <a:r>
              <a:t>Expliquen el flujo o la topología. Si es el diagrama de despliegue, mencionar que Android se conecta vía HTTPS a Render, y Render persiste en Supabase PostgreSQL.</a:t>
            </a:r>
            <a:br/>
            <a:br/>
            <a:r>
              <a:t>[TÉCNICO] Para la demo en sala se usa adb reverse tcp:8000 tcp:8000, lo que evita depender del WiFi del laboratorio: el teléfono accede al backend corriendo en el mismo PC a través del cable USB.</a:t>
            </a:r>
            <a:endParaRPr lang="es-CL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🥑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46888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🍌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67512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🥭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Análisis de Madurez Agrícola con Visión Computacional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2999232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(TPY1101)  ·  DuocUC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Parcial N° 2  ·  Mayo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Vicente Aro Kath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José Ignacio Campos </a:t>
            </a:r>
            <a:r>
              <a:rPr lang="en-US" sz="1100" i="1" dirty="0" err="1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Árevalo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331720"/>
            <a:ext cx="265176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de frutas se pierde post-cosecha en Chile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FAO  ·  ODEPA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188720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3474720" y="118872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12252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objetivo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0" y="14904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determinar el momento óptimo de consumo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956816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3474720" y="19568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0" y="1993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en cadena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distribuidores, ferias y consumidores finales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724912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3474720" y="27249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114800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30266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corresponde a pequeños productores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climatéricas: aguacate Hass, plátano, tomate cherry, mango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MaduraApp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4436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2.5 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7900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12648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🎯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2648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Inmaduro / Óptimo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maduro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frutas soportadas: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572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Aguacate Hass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256032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🍌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56032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Plátano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66344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Cherry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🥭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6656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50292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CameraX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(cache offline)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Kotlinx Serialization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333756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async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(migraciones)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Render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GitHub Actions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6126480" y="1188720"/>
            <a:ext cx="2560320" cy="50292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617220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Modelo 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CPU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936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clases · 4 frutas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habilitado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Modelo 4+1 de Kruchten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DTOs 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del dominio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6636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corutinas,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FastAPI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9728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Paquetes, MVVM,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2628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16636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API · BD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4645152"/>
            <a:ext cx="3657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91840" y="4645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 —  7 casos de uso que integran y validan las 4 vistas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CE57D68-6BA2-9B35-99AA-50135A75A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104" y="0"/>
            <a:ext cx="578979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5531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A516479-6CE0-D46C-A130-AE8DB3267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156" y="0"/>
            <a:ext cx="433368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65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 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0" cy="237744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mínimo exigido: ≥ 0.75  →  superado por +17.3 puntos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566928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092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736092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566928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MB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736092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épocas  ·  31.940 imágenes  ·  Kaggle Tesla T4 ×2  ·  YOLO26n (Ultralytics)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Aguacate Hass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🍌 Plátano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Tomate Cherry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🥭 Mango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 — Sprint 1 y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69080" cy="45720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Backend (Sprint 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— 3 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+ inferencia async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+ historial paginado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tests pytest pasando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846320" y="1143000"/>
            <a:ext cx="4069080" cy="4572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93776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Android (Sprint 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 de imágenes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(4 opciones)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offline con Room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implementados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funcionales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329184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9184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≥ 0.75 superado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612648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2648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backend — CI ✅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dirty="0">
                <a:solidFill>
                  <a:srgbClr val="000000"/>
                </a:solidFill>
              </a:rPr>
              <a:t>🎬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fruta  ·  Historial  ·  Tests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cumplido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= 0.9229 supera el umbral de 0.75 exigido por +17.3 puntos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solidFill>
            <a:srgbClr val="42A5F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bien fundamentada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346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4+1 de Kruchten aplicado con las 5 vistas documentadas y trazadas a casos de uso reales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solidFill>
            <a:srgbClr val="AB47B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71246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funcional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09651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 requerimientos implementados, desplegado en Render con CI verde en cada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autenticación JWT · más frutas · tests E2E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480</Words>
  <Application>Microsoft Office PowerPoint</Application>
  <PresentationFormat>Presentación en pantalla (16:9)</PresentationFormat>
  <Paragraphs>147</Paragraphs>
  <Slides>11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2 TPY1101</dc:title>
  <dc:subject>PptxGenJS Presentation</dc:subject>
  <dc:creator>MaduraApp Team</dc:creator>
  <cp:lastModifiedBy>CLAUDIO VICENTE ARO KATH</cp:lastModifiedBy>
  <cp:revision>3</cp:revision>
  <dcterms:created xsi:type="dcterms:W3CDTF">2026-05-27T21:53:45Z</dcterms:created>
  <dcterms:modified xsi:type="dcterms:W3CDTF">2026-05-28T20:24:54Z</dcterms:modified>
</cp:coreProperties>
</file>