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🥑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246888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🍌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🍅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67512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🥭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Análisis de Madurez Agrícola con Visión Computacional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00400" y="2999232"/>
            <a:ext cx="2743200" cy="3657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3200400"/>
            <a:ext cx="6400800" cy="822960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3200400"/>
            <a:ext cx="6400800" cy="82296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Aplicado de Programación (TPY1101)  |  DuocUC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Parcial N° 2 — Estado de Avance  |  Mayo 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[Nombre Integrante 1]  ·  [Nombre Integrante 2]  ·  [Nombre Integrante 3]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2E7D32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743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3258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20–40%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2743200" cy="1005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producción de frutas
</a:t>
            </a:r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pierde post-cosecha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Chile (FAO / ODEPA)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1188720"/>
            <a:ext cx="5212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1188720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⏱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114800" y="122529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criterio objetivo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0" y="1490472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determinar el momento óptimo de consumo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74720" y="1956816"/>
            <a:ext cx="5212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74720" y="1956816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114800" y="199339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Pérdidas en cadena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0" y="225856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distribuidores, ferias y consumidores finales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74720" y="2724912"/>
            <a:ext cx="5212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74720" y="2724912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114800" y="27614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económico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0" y="302666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corresponde a pequeños productores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Frutas climatéricas: aguacate Hass, plátano, tomate cherry, mango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MaduraApp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2618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📱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08483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450592"/>
            <a:ext cx="25146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CameraX + galería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de fruta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971800" y="2057400"/>
            <a:ext cx="320040" cy="109728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944368" y="192024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CAF50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91840" y="118872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12618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⚡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91840" y="208483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91840" y="2450592"/>
            <a:ext cx="25146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YOLO26n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&lt; 2.5 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06440" y="2057400"/>
            <a:ext cx="320040" cy="109728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5" name="Text 13"/>
          <p:cNvSpPr/>
          <p:nvPr/>
        </p:nvSpPr>
        <p:spPr>
          <a:xfrm>
            <a:off x="5779008" y="192024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CAF50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126480" y="118872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26480" y="12618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🎯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126480" y="208483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126480" y="2450592"/>
            <a:ext cx="25146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Inmaduro / Óptimo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maduro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3401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frutas soportadas: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🥑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5720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Aguacate Hass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56032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56032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🍌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56032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Plátano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66344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🍅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466344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Tomate Cherry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76656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76656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🥭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676656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2560320" cy="50292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4688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Android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+ CameraX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3408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MVVM + LiveData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(cache offline)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364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+ OkHttp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87705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Kotlinx Serialization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91840" y="118872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188720"/>
            <a:ext cx="2560320" cy="5029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4" name="Text 12"/>
          <p:cNvSpPr/>
          <p:nvPr/>
        </p:nvSpPr>
        <p:spPr>
          <a:xfrm>
            <a:off x="3337560" y="1188720"/>
            <a:ext cx="24688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Backend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+ FastAPI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23408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async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7472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(migraciones)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3364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Render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74720" y="387705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GitHub Actions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26480" y="118872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1188720"/>
            <a:ext cx="2560320" cy="50292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22" name="Text 20"/>
          <p:cNvSpPr/>
          <p:nvPr/>
        </p:nvSpPr>
        <p:spPr>
          <a:xfrm>
            <a:off x="6172200" y="1188720"/>
            <a:ext cx="24688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Modelo IA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0936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YOLO26n (Ultralytics)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09360" y="23408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CPU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0936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31.940 imágenes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09360" y="3364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clases · 4 frutas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09360" y="387705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TTA habilitado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— Modelo 4+1 de Kruchten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70432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70432"/>
            <a:ext cx="548640" cy="146304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70432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97280" y="133502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176479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Clases, DTOs,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26280" y="1170432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170432"/>
            <a:ext cx="548640" cy="14630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170432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166360" y="133502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66360" y="176479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Async, corutinas,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889504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889504"/>
            <a:ext cx="548640" cy="146304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889504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097280" y="305409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34838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Paquetes, MVVM,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Backend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26280" y="2889504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26280" y="2889504"/>
            <a:ext cx="548640" cy="146304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1" name="Text 19"/>
          <p:cNvSpPr/>
          <p:nvPr/>
        </p:nvSpPr>
        <p:spPr>
          <a:xfrm>
            <a:off x="4526280" y="2889504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166360" y="305409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166360" y="34838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Android→Render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→Supabase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4645152"/>
            <a:ext cx="3657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0" y="4645152"/>
            <a:ext cx="457200" cy="384048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0" y="46451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91840" y="464515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Escenarios  —  7 casos de uso que integran y validan las 4 vistas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Modelo 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91440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5029200" cy="2377440"/>
          </a:xfrm>
          <a:prstGeom prst="rect">
            <a:avLst/>
          </a:prstGeom>
          <a:solidFill>
            <a:srgbClr val="1B3A2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188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0.9229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mínimo exigido: ≥ 0.75  →  superado por +17.3 puntos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09728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0" y="117043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94.5%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669280" y="17373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60920" y="109728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60920" y="117043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87.3%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360920" y="17373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233172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669280" y="240487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MB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669280" y="2971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60920" y="233172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360920" y="240487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360920" y="2971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épocas  ·  </a:t>
            </a:r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31.940 imágenes  ·  </a:t>
            </a:r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Tesla T4 ×2  ·  </a:t>
            </a:r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YOLO26n (Ultralytics)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🥑 Aguacate Hass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5146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146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🍌 Plátano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🍅 Tomate Cherry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94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94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🥭 Mango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Avance — Sprint 1 y 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43000"/>
            <a:ext cx="40690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43000"/>
            <a:ext cx="4069080" cy="45720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43000"/>
            <a:ext cx="388620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Backend (Sprint 1)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FastAPI — 3 endpoints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YOLO26n + inferencia async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+ historial paginado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 tests pytest pasando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46320" y="1143000"/>
            <a:ext cx="40690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46320" y="1143000"/>
            <a:ext cx="4069080" cy="4572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143000"/>
            <a:ext cx="388620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Android (Sprint 2)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CameraX + galería de imágenes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21945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de fruta (4 opciones)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26517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offline con Room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0" y="31089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MVVM + LiveData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886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7200" y="3931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57200" y="44348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implementados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6634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funcionales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91840" y="3886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291840" y="3931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0.9229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3291840" y="44348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91840" y="46634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≥ 0.75 superado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126480" y="3886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126480" y="3931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126480" y="44348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26480" y="46634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backend — CI ✅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48640"/>
            <a:ext cx="9144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dirty="0">
                <a:solidFill>
                  <a:srgbClr val="000000"/>
                </a:solidFill>
              </a:rPr>
              <a:t>🎬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Escaneo de fruta  ·  Historial  ·  Tests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91440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1078992"/>
          </a:xfrm>
          <a:prstGeom prst="rect">
            <a:avLst/>
          </a:prstGeom>
          <a:solidFill>
            <a:srgbClr val="1B3A2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02920" cy="107899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97280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51560" y="11887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cumplido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1572768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 = 0.9229 supera el umbral de 0.75 exigido por +17.3 puntos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8229600" cy="1078992"/>
          </a:xfrm>
          <a:prstGeom prst="rect">
            <a:avLst/>
          </a:prstGeom>
          <a:solidFill>
            <a:srgbClr val="1B3A2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359152"/>
            <a:ext cx="502920" cy="1078992"/>
          </a:xfrm>
          <a:prstGeom prst="rect">
            <a:avLst/>
          </a:prstGeom>
          <a:solidFill>
            <a:srgbClr val="42A5F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359152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🏗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51560" y="245059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bien fundamentada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283464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4+1 de Kruchten aplicado con las 5 vistas documentadas y trazadas a casos de uso reales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621024"/>
            <a:ext cx="8229600" cy="1078992"/>
          </a:xfrm>
          <a:prstGeom prst="rect">
            <a:avLst/>
          </a:prstGeom>
          <a:solidFill>
            <a:srgbClr val="1B3A2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621024"/>
            <a:ext cx="502920" cy="1078992"/>
          </a:xfrm>
          <a:prstGeom prst="rect">
            <a:avLst/>
          </a:prstGeom>
          <a:solidFill>
            <a:srgbClr val="AB47B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621024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051560" y="3712464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funcional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4096512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 requerimientos implementados, desplegado en Render con CI verde en cada commit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futuro: autenticación JWT · más frutas · modo offline (TFLite) · tests E2E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MaduraApp — Evaluación 2 TPY1101</dc:title>
  <dc:subject>PptxGenJS Presentation</dc:subject>
  <dc:creator>MaduraApp Team</dc:creator>
  <cp:lastModifiedBy>MaduraApp Team</cp:lastModifiedBy>
  <cp:revision>1</cp:revision>
  <dcterms:created xsi:type="dcterms:W3CDTF">2026-05-27T21:42:05Z</dcterms:created>
  <dcterms:modified xsi:type="dcterms:W3CDTF">2026-05-27T21:42:05Z</dcterms:modified>
</cp:coreProperties>
</file>