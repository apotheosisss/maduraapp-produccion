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5" r:id="rId7"/>
    <p:sldId id="266" r:id="rId8"/>
    <p:sldId id="261" r:id="rId9"/>
    <p:sldId id="262" r:id="rId10"/>
    <p:sldId id="263" r:id="rId11"/>
    <p:sldId id="264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2" d="100"/>
          <a:sy n="132" d="100"/>
        </p:scale>
        <p:origin x="132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10369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🥑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2468880" y="457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🍌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0" y="457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🍅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675120" y="457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🥭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</a:t>
            </a:r>
            <a:endParaRPr lang="en-US" sz="5800" dirty="0"/>
          </a:p>
        </p:txBody>
      </p:sp>
      <p:sp>
        <p:nvSpPr>
          <p:cNvPr id="8" name="Text 6"/>
          <p:cNvSpPr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Análisis de Madurez Agrícola con Visión Computacional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00400" y="2999232"/>
            <a:ext cx="2743200" cy="36576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1371600" y="3154680"/>
            <a:ext cx="6400800" cy="777240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/>
          <p:nvPr/>
        </p:nvSpPr>
        <p:spPr>
          <a:xfrm>
            <a:off x="1371600" y="3154680"/>
            <a:ext cx="6400800" cy="77724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Aplicado de Programación (TPY1101)  ·  DuocUC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Parcial N° 2  ·  Mayo 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4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43708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Vicente Aro Kath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José Ignacio Campos </a:t>
            </a:r>
            <a:r>
              <a:rPr lang="en-US" sz="1100" i="1" dirty="0" err="1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Árevalo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743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20–40%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502920" y="2331720"/>
            <a:ext cx="265176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producción de frutas se pierde post-cosecha en Chile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2971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FAO  ·  ODEPA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74720" y="1188720"/>
            <a:ext cx="5212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/>
          <p:nvPr/>
        </p:nvSpPr>
        <p:spPr>
          <a:xfrm>
            <a:off x="3474720" y="1188720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⏱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114800" y="122529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criterio objetivo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0" y="1490472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determinar el momento óptimo de consumo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0" y="1956816"/>
            <a:ext cx="5212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/>
          <p:nvPr/>
        </p:nvSpPr>
        <p:spPr>
          <a:xfrm>
            <a:off x="3474720" y="1956816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114800" y="199339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Pérdidas en cadena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0" y="225856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distribuidores, ferias y consumidores finales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74720" y="2724912"/>
            <a:ext cx="5212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7" name="Text 15"/>
          <p:cNvSpPr/>
          <p:nvPr/>
        </p:nvSpPr>
        <p:spPr>
          <a:xfrm>
            <a:off x="3474720" y="2724912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114800" y="276148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económico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14800" y="302666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corresponde a pequeños productores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Frutas climatéricas: aguacate Hass, plátano, tomate cherry, mango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MaduraApp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14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457200" y="126187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📱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08483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450592"/>
            <a:ext cx="251460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CameraX + galería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de fruta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944368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14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3291840" y="126187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⚡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291840" y="208483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91840" y="2450592"/>
            <a:ext cx="251460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 YOLO26n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&lt; 2.5 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779008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126480" y="1188720"/>
            <a:ext cx="2514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/>
          <p:nvPr/>
        </p:nvSpPr>
        <p:spPr>
          <a:xfrm>
            <a:off x="6126480" y="126187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🎯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126480" y="208483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26480" y="2450592"/>
            <a:ext cx="251460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Inmaduro / Óptimo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maduro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401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frutas soportadas: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73075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/>
          <p:nvPr/>
        </p:nvSpPr>
        <p:spPr>
          <a:xfrm>
            <a:off x="45720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🥑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57200" y="4251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Aguacate Hass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560320" y="373075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3" name="Text 21"/>
          <p:cNvSpPr/>
          <p:nvPr/>
        </p:nvSpPr>
        <p:spPr>
          <a:xfrm>
            <a:off x="256032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🍌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560320" y="4251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Plátano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73075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/>
          <p:nvPr/>
        </p:nvSpPr>
        <p:spPr>
          <a:xfrm>
            <a:off x="466344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🍅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4663440" y="4251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Tomate Cherry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766560" y="373075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🥭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6766560" y="4251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Mango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603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502920"/>
          </a:xfrm>
          <a:prstGeom prst="rect">
            <a:avLst/>
          </a:prstGeom>
          <a:solidFill>
            <a:srgbClr val="1B5E2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246888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Android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+ CameraX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34086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MVVM + LiveData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852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(cache offline)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3649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+ OkHttp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87705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Kotlinx Serialization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91840" y="1188720"/>
            <a:ext cx="25603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3" name="Shape 11"/>
          <p:cNvSpPr/>
          <p:nvPr/>
        </p:nvSpPr>
        <p:spPr>
          <a:xfrm>
            <a:off x="3291840" y="1188720"/>
            <a:ext cx="2560320" cy="50292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Text 12"/>
          <p:cNvSpPr/>
          <p:nvPr/>
        </p:nvSpPr>
        <p:spPr>
          <a:xfrm>
            <a:off x="3337560" y="1188720"/>
            <a:ext cx="246888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Backend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7472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 + FastAPI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74720" y="234086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async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74720" y="2852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Alembic (migraciones)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74720" y="33649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Render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74720" y="387705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GitHub Actions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26480" y="1188720"/>
            <a:ext cx="25603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1" name="Shape 19"/>
          <p:cNvSpPr/>
          <p:nvPr/>
        </p:nvSpPr>
        <p:spPr>
          <a:xfrm>
            <a:off x="6126480" y="1188720"/>
            <a:ext cx="2560320" cy="502920"/>
          </a:xfrm>
          <a:prstGeom prst="rect">
            <a:avLst/>
          </a:prstGeom>
          <a:solidFill>
            <a:srgbClr val="6A1B9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2" name="Text 20"/>
          <p:cNvSpPr/>
          <p:nvPr/>
        </p:nvSpPr>
        <p:spPr>
          <a:xfrm>
            <a:off x="6172200" y="1188720"/>
            <a:ext cx="246888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Modelo IA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0936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YOLO26n (Ultralytics)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09360" y="234086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CPU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09360" y="2852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31.940 imágenes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09360" y="33649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clases · 4 frutas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09360" y="387705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TTA habilitado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— Modelo 4+1 de Kruchten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3749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548640" cy="1463040"/>
          </a:xfrm>
          <a:prstGeom prst="rect">
            <a:avLst/>
          </a:prstGeom>
          <a:solidFill>
            <a:srgbClr val="1B5E2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457200" y="1170432"/>
            <a:ext cx="548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97280" y="133502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176479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Clases, DTOs 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del dominio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26280" y="1170432"/>
            <a:ext cx="3749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4526280" y="1170432"/>
            <a:ext cx="548640" cy="146304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/>
          <p:nvPr/>
        </p:nvSpPr>
        <p:spPr>
          <a:xfrm>
            <a:off x="4526280" y="1170432"/>
            <a:ext cx="548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166360" y="133502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66360" y="176479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Async, corutinas,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concurrencia FastAPI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889504"/>
            <a:ext cx="3749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Shape 13"/>
          <p:cNvSpPr/>
          <p:nvPr/>
        </p:nvSpPr>
        <p:spPr>
          <a:xfrm>
            <a:off x="457200" y="2889504"/>
            <a:ext cx="548640" cy="1463040"/>
          </a:xfrm>
          <a:prstGeom prst="rect">
            <a:avLst/>
          </a:prstGeom>
          <a:solidFill>
            <a:srgbClr val="6A1B9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457200" y="2889504"/>
            <a:ext cx="548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097280" y="3054096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97280" y="34838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Paquetes, MVVM,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26280" y="2889504"/>
            <a:ext cx="3749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0" name="Shape 18"/>
          <p:cNvSpPr/>
          <p:nvPr/>
        </p:nvSpPr>
        <p:spPr>
          <a:xfrm>
            <a:off x="4526280" y="2889504"/>
            <a:ext cx="548640" cy="1463040"/>
          </a:xfrm>
          <a:prstGeom prst="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1" name="Text 19"/>
          <p:cNvSpPr/>
          <p:nvPr/>
        </p:nvSpPr>
        <p:spPr>
          <a:xfrm>
            <a:off x="4526280" y="2889504"/>
            <a:ext cx="548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5166360" y="3054096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166360" y="34838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cloud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API · BD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4645152"/>
            <a:ext cx="3657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5" name="Shape 23"/>
          <p:cNvSpPr/>
          <p:nvPr/>
        </p:nvSpPr>
        <p:spPr>
          <a:xfrm>
            <a:off x="2743200" y="4645152"/>
            <a:ext cx="457200" cy="384048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/>
          <p:nvPr/>
        </p:nvSpPr>
        <p:spPr>
          <a:xfrm>
            <a:off x="2743200" y="464515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91840" y="464515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Escenarios  —  7 casos de uso que integran y validan las 4 vistas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CE57D68-6BA2-9B35-99AA-50135A75A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104" y="0"/>
            <a:ext cx="578979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5531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A516479-6CE0-D46C-A130-AE8DB3267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156" y="0"/>
            <a:ext cx="433368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46522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Modelo 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914400" cy="54864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0" cy="2377440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mAP@50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0.9229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mínimo exigido: ≥ 0.75  →  superado por +17.3 puntos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0" y="1097280"/>
            <a:ext cx="1508760" cy="1051560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/>
          <p:nvPr/>
        </p:nvSpPr>
        <p:spPr>
          <a:xfrm>
            <a:off x="5669280" y="117043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94.5%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669280" y="17373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60920" y="1097280"/>
            <a:ext cx="1508760" cy="1051560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/>
          <p:nvPr/>
        </p:nvSpPr>
        <p:spPr>
          <a:xfrm>
            <a:off x="7360920" y="117043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87.3%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360920" y="17373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0" y="2331720"/>
            <a:ext cx="1508760" cy="1051560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/>
          <p:nvPr/>
        </p:nvSpPr>
        <p:spPr>
          <a:xfrm>
            <a:off x="5669280" y="240487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MB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669280" y="2971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60920" y="2331720"/>
            <a:ext cx="1508760" cy="1051560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8" name="Text 16"/>
          <p:cNvSpPr/>
          <p:nvPr/>
        </p:nvSpPr>
        <p:spPr>
          <a:xfrm>
            <a:off x="7360920" y="240487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360920" y="2971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703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épocas  ·  31.940 imágenes  ·  Kaggle Tesla T4 ×2  ·  YOLO26n (Ultralytics)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160520"/>
            <a:ext cx="1920240" cy="530352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Text 20"/>
          <p:cNvSpPr/>
          <p:nvPr/>
        </p:nvSpPr>
        <p:spPr>
          <a:xfrm>
            <a:off x="457200" y="4160520"/>
            <a:ext cx="19202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🥑 Aguacate Hass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514600" y="4160520"/>
            <a:ext cx="1920240" cy="530352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Text 22"/>
          <p:cNvSpPr/>
          <p:nvPr/>
        </p:nvSpPr>
        <p:spPr>
          <a:xfrm>
            <a:off x="2514600" y="4160520"/>
            <a:ext cx="19202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🍌 Plátano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0" y="4160520"/>
            <a:ext cx="1920240" cy="530352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/>
          <p:nvPr/>
        </p:nvSpPr>
        <p:spPr>
          <a:xfrm>
            <a:off x="4572000" y="4160520"/>
            <a:ext cx="19202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🍅 Tomate Cherry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629400" y="4160520"/>
            <a:ext cx="1920240" cy="530352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Text 26"/>
          <p:cNvSpPr/>
          <p:nvPr/>
        </p:nvSpPr>
        <p:spPr>
          <a:xfrm>
            <a:off x="6629400" y="4160520"/>
            <a:ext cx="19202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🥭 Mango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Avance — Sprint 1 y 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0690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4069080" cy="457200"/>
          </a:xfrm>
          <a:prstGeom prst="rect">
            <a:avLst/>
          </a:prstGeom>
          <a:solidFill>
            <a:srgbClr val="1B5E2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548640" y="1143000"/>
            <a:ext cx="388620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Backend (Sprint 1)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FastAPI — 3 endpoints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YOLO26n + inferencia async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+ historial paginado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 tests pytest pasando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46320" y="1143000"/>
            <a:ext cx="40690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2" name="Shape 10"/>
          <p:cNvSpPr/>
          <p:nvPr/>
        </p:nvSpPr>
        <p:spPr>
          <a:xfrm>
            <a:off x="4846320" y="1143000"/>
            <a:ext cx="4069080" cy="4572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/>
          <p:nvPr/>
        </p:nvSpPr>
        <p:spPr>
          <a:xfrm>
            <a:off x="4937760" y="1143000"/>
            <a:ext cx="388620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Android (Sprint 2)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CameraX + galería de imágenes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21945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de fruta (4 opciones)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26517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offline con Room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0" y="31089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MVVM + LiveData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886200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/>
          <p:nvPr/>
        </p:nvSpPr>
        <p:spPr>
          <a:xfrm>
            <a:off x="457200" y="39319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57200" y="44348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implementados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466344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funcionales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91840" y="3886200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3" name="Text 21"/>
          <p:cNvSpPr/>
          <p:nvPr/>
        </p:nvSpPr>
        <p:spPr>
          <a:xfrm>
            <a:off x="3291840" y="39319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0.9229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3291840" y="44348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mAP@50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91840" y="466344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≥ 0.75 superado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126480" y="3886200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7" name="Text 25"/>
          <p:cNvSpPr/>
          <p:nvPr/>
        </p:nvSpPr>
        <p:spPr>
          <a:xfrm>
            <a:off x="6126480" y="39319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126480" y="44348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26480" y="466344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backend — CI ✅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48640"/>
            <a:ext cx="9144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0" dirty="0">
                <a:solidFill>
                  <a:srgbClr val="000000"/>
                </a:solidFill>
              </a:rPr>
              <a:t>🎬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611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Escaneo de fruta  ·  Historial  ·  Tests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914400" cy="54864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078992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502920" cy="107899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502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51560" y="11887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cumplido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51560" y="1572768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mAP@50 = 0.9229 supera el umbral de 0.75 exigido por +17.3 puntos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8229600" cy="1078992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502920" cy="1078992"/>
          </a:xfrm>
          <a:prstGeom prst="rect">
            <a:avLst/>
          </a:prstGeom>
          <a:solidFill>
            <a:srgbClr val="42A5F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/>
          <p:nvPr/>
        </p:nvSpPr>
        <p:spPr>
          <a:xfrm>
            <a:off x="457200" y="2359152"/>
            <a:ext cx="502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🏗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51560" y="245059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bien fundamentada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51560" y="2834640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4+1 de Kruchten aplicado con las 5 vistas documentadas y trazadas a casos de uso reales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621024"/>
            <a:ext cx="8229600" cy="1078992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Shape 13"/>
          <p:cNvSpPr/>
          <p:nvPr/>
        </p:nvSpPr>
        <p:spPr>
          <a:xfrm>
            <a:off x="457200" y="3621024"/>
            <a:ext cx="502920" cy="1078992"/>
          </a:xfrm>
          <a:prstGeom prst="rect">
            <a:avLst/>
          </a:prstGeom>
          <a:solidFill>
            <a:srgbClr val="AB47BC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457200" y="3621024"/>
            <a:ext cx="502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051560" y="3712464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funcional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1560" y="4096512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 requerimientos implementados, desplegado en Render con CI verde en cada commit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futuro: autenticación JWT · más frutas · tests E2E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480</Words>
  <Application>Microsoft Office PowerPoint</Application>
  <PresentationFormat>Presentación en pantalla (16:9)</PresentationFormat>
  <Paragraphs>147</Paragraphs>
  <Slides>11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MaduraApp — Evaluación 2 TPY1101</dc:title>
  <dc:subject>PptxGenJS Presentation</dc:subject>
  <dc:creator>MaduraApp Team</dc:creator>
  <cp:lastModifiedBy>CLAUDIO VICENTE ARO KATH</cp:lastModifiedBy>
  <cp:revision>3</cp:revision>
  <dcterms:created xsi:type="dcterms:W3CDTF">2026-05-27T21:53:45Z</dcterms:created>
  <dcterms:modified xsi:type="dcterms:W3CDTF">2026-05-28T20:24:54Z</dcterms:modified>
</cp:coreProperties>
</file>