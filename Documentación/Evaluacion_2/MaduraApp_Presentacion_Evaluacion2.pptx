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🥑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468880" y="4572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🍌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🍅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675120" y="4572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🥭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MaduraApp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Análisis de Madurez Agrícola con Visión Computacional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999232"/>
            <a:ext cx="27432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3200400"/>
            <a:ext cx="6400800" cy="822960"/>
          </a:xfrm>
          <a:prstGeom prst="rect">
            <a:avLst/>
          </a:prstGeom>
          <a:solidFill>
            <a:srgbClr val="1B3A24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200400"/>
            <a:ext cx="6400800" cy="82296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Aplicado de Programación (TPY1101)  |  DuocUC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Parcial N° 2 — Estado de Avance  |  Mayo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Integrante 1]  ·  [Nombre Integrante 2]  ·  [Nombre Integrante 3]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2E7D3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9264"/>
            <a:ext cx="1097280" cy="502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74320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producción de frutas
</a:t>
            </a:r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post-cosecha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Chile (FAO / ODEPA)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5212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18872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0" y="122529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criterio objetivo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49047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determinar el momento óptimo de consumo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956816"/>
            <a:ext cx="5212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95681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0" y="19933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en cadena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225856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distribuidores, ferias y consumidores finales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2724912"/>
            <a:ext cx="5212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272491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14800" y="27614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económico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302666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corresponde a pequeños productores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Frutas climatéricas: aguacate Hass, plátano, tomate cherry, mango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MaduraApp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9264"/>
            <a:ext cx="1097280" cy="502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6187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2514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+ galería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fruta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2057400"/>
            <a:ext cx="320040" cy="10972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2944368" y="1920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AF5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26187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1840" y="20848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450592"/>
            <a:ext cx="2514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YOLO26n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&lt; 2.5 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06440" y="2057400"/>
            <a:ext cx="320040" cy="10972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5779008" y="1920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AF5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26187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🎯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26480" y="20848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2450592"/>
            <a:ext cx="2514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Inmaduro / Óptimo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maduro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01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frutas soportadas: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🥑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720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Aguacate Hass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73075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🍌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56032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Plátano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73075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🍅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66344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Tomate Cherry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373075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6656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🥭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76656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9264"/>
            <a:ext cx="1097280" cy="502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4688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Android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CameraX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408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+ LiveData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(cache offline)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649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+ OkHttp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7705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(JWT)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5603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188720"/>
            <a:ext cx="25603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188720"/>
            <a:ext cx="24688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+ FastAPI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async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8529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(migraciones)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3649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Render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87705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GitHub Actions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1188720"/>
            <a:ext cx="25603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188720"/>
            <a:ext cx="2560320" cy="5029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188720"/>
            <a:ext cx="24688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Modelo 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YOLO26n (Ultralytics)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3408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CPU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8529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31.940 imágenes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3649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clases · 4 frutas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87705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 habilitado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— Modelo 4+1 de Kruchten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9264"/>
            <a:ext cx="1097280" cy="502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70432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548640" cy="14630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70432"/>
            <a:ext cx="548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3350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647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Clases, DTOs,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170432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170432"/>
            <a:ext cx="548640" cy="1463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170432"/>
            <a:ext cx="548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166360" y="13350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17647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corutinas,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9504"/>
            <a:ext cx="548640" cy="14630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89504"/>
            <a:ext cx="548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97280" y="305409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4838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Paquetes, MVVM,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Backend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2889504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2889504"/>
            <a:ext cx="548640" cy="14630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2889504"/>
            <a:ext cx="548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166360" y="305409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6360" y="34838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Android→Render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→Supabase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0" y="4645152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0" y="4645152"/>
            <a:ext cx="457200" cy="38404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46451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46451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 —  7 casos de uso que integran y validan las 4 vistas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Modelo 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9144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2377440"/>
          </a:xfrm>
          <a:prstGeom prst="rect">
            <a:avLst/>
          </a:prstGeom>
          <a:solidFill>
            <a:srgbClr val="1B3A2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0.9229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mínimo exigido: ≥ 0.75  →  superado por +17.3 puntos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097280"/>
            <a:ext cx="1508760" cy="1051560"/>
          </a:xfrm>
          <a:prstGeom prst="rect">
            <a:avLst/>
          </a:prstGeom>
          <a:solidFill>
            <a:srgbClr val="1B3A2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0" y="11704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60920" y="1097280"/>
            <a:ext cx="1508760" cy="1051560"/>
          </a:xfrm>
          <a:prstGeom prst="rect">
            <a:avLst/>
          </a:prstGeom>
          <a:solidFill>
            <a:srgbClr val="1B3A2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60920" y="11704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6092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331720"/>
            <a:ext cx="1508760" cy="1051560"/>
          </a:xfrm>
          <a:prstGeom prst="rect">
            <a:avLst/>
          </a:prstGeom>
          <a:solidFill>
            <a:srgbClr val="1B3A2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240487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MB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69280" y="2971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60920" y="2331720"/>
            <a:ext cx="1508760" cy="1051560"/>
          </a:xfrm>
          <a:prstGeom prst="rect">
            <a:avLst/>
          </a:prstGeom>
          <a:solidFill>
            <a:srgbClr val="1B3A2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60920" y="240487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60920" y="2971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épocas  ·  </a:t>
            </a:r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31.940 imágenes  ·  </a:t>
            </a:r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Tesla T4 ×2  ·  </a:t>
            </a:r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YOLO26n (Ultralytics)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1920240" cy="530352"/>
          </a:xfrm>
          <a:prstGeom prst="rect">
            <a:avLst/>
          </a:prstGeom>
          <a:solidFill>
            <a:srgbClr val="1B3A24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60520"/>
            <a:ext cx="1920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🥑 Aguacate Hass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14600" y="4160520"/>
            <a:ext cx="1920240" cy="530352"/>
          </a:xfrm>
          <a:prstGeom prst="rect">
            <a:avLst/>
          </a:prstGeom>
          <a:solidFill>
            <a:srgbClr val="1B3A24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4160520"/>
            <a:ext cx="1920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🍌 Plátano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4160520"/>
            <a:ext cx="1920240" cy="530352"/>
          </a:xfrm>
          <a:prstGeom prst="rect">
            <a:avLst/>
          </a:prstGeom>
          <a:solidFill>
            <a:srgbClr val="1B3A24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160520"/>
            <a:ext cx="1920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🍅 Tomate Cherry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4160520"/>
            <a:ext cx="1920240" cy="530352"/>
          </a:xfrm>
          <a:prstGeom prst="rect">
            <a:avLst/>
          </a:prstGeom>
          <a:solidFill>
            <a:srgbClr val="1B3A24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4160520"/>
            <a:ext cx="19202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🥭 Mango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Avance — Sprint 1 y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9264"/>
            <a:ext cx="1097280" cy="502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40690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4069080" cy="4572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8862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Backend (Sprint 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FastAPI — 3 endpoints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YOLO26n + inferencia async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+ historial paginado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 tests pytest pasando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43000"/>
            <a:ext cx="40690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43000"/>
            <a:ext cx="406908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43000"/>
            <a:ext cx="38862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Android (Sprint 2)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+ galería de imágenes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1945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fruta (4 opciones)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651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offline con Room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+ LiveData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2606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931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implementados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funcionales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886200"/>
            <a:ext cx="2606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3931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0.9229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91840" y="44348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46634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≥ 0.75 superado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886200"/>
            <a:ext cx="2606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3931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126480" y="44348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46634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backend — CI ✅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🎬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fruta  ·  Historial  ·  Tests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9144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78992"/>
          </a:xfrm>
          <a:prstGeom prst="rect">
            <a:avLst/>
          </a:prstGeom>
          <a:solidFill>
            <a:srgbClr val="1B3A2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02920" cy="10789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cumplido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 = 0.9229 supera el umbral de 0.75 exigido por +17.3 puntos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8229600" cy="1078992"/>
          </a:xfrm>
          <a:prstGeom prst="rect">
            <a:avLst/>
          </a:prstGeom>
          <a:solidFill>
            <a:srgbClr val="1B3A2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59152"/>
            <a:ext cx="502920" cy="107899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591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24505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bien fundamentada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8346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4+1 de Kruchten aplicado con las 5 vistas documentadas y trazadas a casos de uso reales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8229600" cy="1078992"/>
          </a:xfrm>
          <a:prstGeom prst="rect">
            <a:avLst/>
          </a:prstGeom>
          <a:solidFill>
            <a:srgbClr val="1B3A2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21024"/>
            <a:ext cx="502920" cy="1078992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21024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7124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funcional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09651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 requerimientos implementados, desplegado en Render con CI verde en cada commit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futuro: autenticación JWT · más frutas · modo offline (TFLite) · tests E2E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MaduraApp — Evaluación 2 TPY1101</dc:title>
  <dc:subject>PptxGenJS Presentation</dc:subject>
  <dc:creator>MaduraApp Team</dc:creator>
  <cp:lastModifiedBy>MaduraApp Team</cp:lastModifiedBy>
  <cp:revision>1</cp:revision>
  <dcterms:created xsi:type="dcterms:W3CDTF">2026-05-27T20:53:10Z</dcterms:created>
  <dcterms:modified xsi:type="dcterms:W3CDTF">2026-05-27T20:53:10Z</dcterms:modified>
</cp:coreProperties>
</file>