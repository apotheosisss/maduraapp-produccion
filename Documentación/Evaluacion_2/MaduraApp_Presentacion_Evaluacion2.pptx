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🥑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246888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🍌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🍅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67512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🥭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Análisis de Madurez Agrícola con Visión Computacional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0" y="2999232"/>
            <a:ext cx="2743200" cy="3657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3154680"/>
            <a:ext cx="6400800" cy="777240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154680"/>
            <a:ext cx="6400800" cy="777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Aplicado de Programación (TPY1101)  ·  DuocUC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Parcial N° 2  ·  Mayo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Vicente Aro Kath   ·   [Integrante 2]   ·   [Integrante 3]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[Nombre del Docente]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2E7D3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25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20–40%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02920" y="2331720"/>
            <a:ext cx="265176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producción de frutas se pierde post-cosecha en Chile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FAO  ·  ODEPA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188720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18872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0" y="12252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 objetivo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0" y="149047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determinar el momento óptimo de consumo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956816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74720" y="195681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14800" y="19933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Pérdidas en cadena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225856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distribuidores, ferias y consumidores finales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2724912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474720" y="272491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114800" y="2761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económico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0" y="30266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corresponde a pequeños productores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Frutas climatéricas: aguacate Hass, plátano, tomate cherry, mango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MaduraApp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📱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44368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⚡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29184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YOLO26n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&lt; 2.5 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79008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🎯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2648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2648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Inmaduro / Óptimo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maduro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frutas soportadas: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🥑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5720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Aguacate Hass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56032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🍌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56032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Plátano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🍅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66344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Tomate Cherry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76656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76656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🥭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76656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560320" cy="5029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Android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+ CameraX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(cache offline)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+ OkHttp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Kotlinx Serialization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188720"/>
            <a:ext cx="256032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Backend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+ FastAPI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async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(migraciones)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Render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GitHub Actions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1188720"/>
            <a:ext cx="2560320" cy="5029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2" name="Text 20"/>
          <p:cNvSpPr/>
          <p:nvPr/>
        </p:nvSpPr>
        <p:spPr>
          <a:xfrm>
            <a:off x="617220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Modelo IA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(Ultralytics)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CPU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0936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31.940 imágenes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0936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clases · 4 frutas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habilitado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— Modelo 4+1 de Kruchten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Clases, DTOs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del dominio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2628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16636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6636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Async, corutinas,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 FastAPI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9728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Paquetes, MVVM,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2628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16636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6636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cloud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API · BD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4645152"/>
            <a:ext cx="3657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91840" y="4645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 —  7 casos de uso que integran y validan las 4 vistas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Modelo 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029200" cy="237744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mínimo exigido: ≥ 0.75  →  superado por +17.3 puntos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94.5%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66928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6092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6092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87.3%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66928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MB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6928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6092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épocas  ·  31.940 imágenes  ·  Kaggle Tesla T4 ×2  ·  YOLO26n (Ultralytics)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🥑 Aguacate Hass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🍌 Plátano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🍅 Tomate Cherry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🥭 Mango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Avance — Sprint 1 y 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4069080" cy="4572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Backend (Sprint 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FastAPI — 3 endpoints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+ inferencia async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+ historial paginado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 tests pytest pasando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143000"/>
            <a:ext cx="4069080" cy="4572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Android (Sprint 2)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 de imágenes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 (4 opciones)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offline con Room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5720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implementados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funcionales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9184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29184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≥ 0.75 superado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2648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2648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12648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backend — CI ✅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9144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dirty="0">
                <a:solidFill>
                  <a:srgbClr val="000000"/>
                </a:solidFill>
              </a:rPr>
              <a:t>🎬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fruta  ·  Historial  ·  Tests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cumplido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572768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 = 0.9229 supera el umbral de 0.75 exigido por +17.3 puntos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solidFill>
            <a:srgbClr val="42A5F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24505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bien fundamentada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83464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4+1 de Kruchten aplicado con las 5 vistas documentadas y trazadas a casos de uso reales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621024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solidFill>
            <a:srgbClr val="AB47B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560" y="371246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funcional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096512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 requerimientos implementados, desplegado en Render con CI verde en cada commit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 autenticación JWT · más frutas · modo offline (TFLite) · tests E2E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MaduraApp — Evaluación 2 TPY1101</dc:title>
  <dc:subject>PptxGenJS Presentation</dc:subject>
  <dc:creator>MaduraApp Team</dc:creator>
  <cp:lastModifiedBy>MaduraApp Team</cp:lastModifiedBy>
  <cp:revision>1</cp:revision>
  <dcterms:created xsi:type="dcterms:W3CDTF">2026-05-27T21:53:45Z</dcterms:created>
  <dcterms:modified xsi:type="dcterms:W3CDTF">2026-05-27T21:53:45Z</dcterms:modified>
</cp:coreProperties>
</file>